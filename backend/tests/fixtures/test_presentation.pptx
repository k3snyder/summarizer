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Remember to explain this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Test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Subtitle text for testing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with Bullet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bullet point</a:t>
            </a:r>
          </a:p>
          <a:p>
            <a:pPr/>
            <a:r>
              <a:t>Second bullet point</a:t>
            </a:r>
          </a:p>
          <a:p>
            <a:pPr/>
            <a:r>
              <a:t>Third bullet point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with Table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0" y="1828800"/>
          <a:ext cx="54864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609600">
                <a:tc>
                  <a:txBody>
                    <a:bodyPr/>
                    <a:lstStyle/>
                    <a:p>
                      <a:r>
                        <a:t>Header1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Header2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8288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Slide with Two Tables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828800"/>
          <a:ext cx="3657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685800">
                <a:tc>
                  <a:txBody>
                    <a:bodyPr/>
                    <a:lstStyle/>
                    <a:p>
                      <a:r>
                        <a:t>T1-R1C1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T1-R1C2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T1-R2C1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T1-R2C2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0" y="1828800"/>
          <a:ext cx="3657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685800">
                <a:tc>
                  <a:txBody>
                    <a:bodyPr/>
                    <a:lstStyle/>
                    <a:p>
                      <a:r>
                        <a:t>T2-R1C1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T2-R1C2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T2-R2C1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T2-R2C2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